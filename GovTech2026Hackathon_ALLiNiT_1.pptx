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8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85098" autoAdjust="0"/>
  </p:normalViewPr>
  <p:slideViewPr>
    <p:cSldViewPr snapToGrid="0">
      <p:cViewPr varScale="1">
        <p:scale>
          <a:sx n="61" d="100"/>
          <a:sy n="61" d="100"/>
        </p:scale>
        <p:origin x="53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F6E39D-8213-482C-8F5B-6CBA58065AD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36E5F9-93A2-446F-9725-31C30C568965}">
      <dgm:prSet phldrT="[Text]" phldr="0"/>
      <dgm:spPr/>
      <dgm:t>
        <a:bodyPr/>
        <a:lstStyle/>
        <a:p>
          <a:r>
            <a:rPr lang="en-ZA" dirty="0"/>
            <a:t>Discover yourself</a:t>
          </a:r>
          <a:endParaRPr lang="en-US" dirty="0"/>
        </a:p>
      </dgm:t>
    </dgm:pt>
    <dgm:pt modelId="{EC6EAB61-0564-44B7-96ED-B4B81F1A921F}" type="parTrans" cxnId="{B9E8C28B-5B88-4FB0-B6A9-E5A74BE2169E}">
      <dgm:prSet/>
      <dgm:spPr/>
      <dgm:t>
        <a:bodyPr/>
        <a:lstStyle/>
        <a:p>
          <a:endParaRPr lang="en-US"/>
        </a:p>
      </dgm:t>
    </dgm:pt>
    <dgm:pt modelId="{743373BC-B73A-4CD7-A979-67B38FC06BB9}" type="sibTrans" cxnId="{B9E8C28B-5B88-4FB0-B6A9-E5A74BE2169E}">
      <dgm:prSet/>
      <dgm:spPr/>
      <dgm:t>
        <a:bodyPr/>
        <a:lstStyle/>
        <a:p>
          <a:endParaRPr lang="en-US"/>
        </a:p>
      </dgm:t>
    </dgm:pt>
    <dgm:pt modelId="{AB985D92-B487-48F5-B6E0-78712669EA39}">
      <dgm:prSet phldrT="[Text]" phldr="0"/>
      <dgm:spPr/>
      <dgm:t>
        <a:bodyPr/>
        <a:lstStyle/>
        <a:p>
          <a:r>
            <a:rPr lang="en-ZA" dirty="0"/>
            <a:t>Check Career fit</a:t>
          </a:r>
          <a:endParaRPr lang="en-US" dirty="0"/>
        </a:p>
      </dgm:t>
    </dgm:pt>
    <dgm:pt modelId="{CEB752B0-BA20-4F43-A8E3-2EC17471FAFA}" type="parTrans" cxnId="{EE9FFFD9-70FC-442A-8C0E-7B72610F5918}">
      <dgm:prSet/>
      <dgm:spPr/>
      <dgm:t>
        <a:bodyPr/>
        <a:lstStyle/>
        <a:p>
          <a:endParaRPr lang="en-US"/>
        </a:p>
      </dgm:t>
    </dgm:pt>
    <dgm:pt modelId="{3AB906D1-8ADA-4BD3-B7E3-E564F45A0461}" type="sibTrans" cxnId="{EE9FFFD9-70FC-442A-8C0E-7B72610F5918}">
      <dgm:prSet/>
      <dgm:spPr/>
      <dgm:t>
        <a:bodyPr/>
        <a:lstStyle/>
        <a:p>
          <a:endParaRPr lang="en-US" dirty="0"/>
        </a:p>
      </dgm:t>
    </dgm:pt>
    <dgm:pt modelId="{0B624B20-518E-40E9-A292-094DCE349C07}">
      <dgm:prSet phldrT="[Text]" phldr="0"/>
      <dgm:spPr/>
      <dgm:t>
        <a:bodyPr/>
        <a:lstStyle/>
        <a:p>
          <a:r>
            <a:rPr lang="en-ZA" dirty="0"/>
            <a:t>Explore careers</a:t>
          </a:r>
          <a:endParaRPr lang="en-US" dirty="0"/>
        </a:p>
      </dgm:t>
    </dgm:pt>
    <dgm:pt modelId="{4AB9BC7F-3C64-41CF-853C-E2206F62A635}" type="parTrans" cxnId="{88A9F69F-15F5-47B9-876A-E2030CDB4EE8}">
      <dgm:prSet/>
      <dgm:spPr/>
      <dgm:t>
        <a:bodyPr/>
        <a:lstStyle/>
        <a:p>
          <a:endParaRPr lang="en-US"/>
        </a:p>
      </dgm:t>
    </dgm:pt>
    <dgm:pt modelId="{CA9EFA3B-F126-4237-9F3C-5B72F6C28F23}" type="sibTrans" cxnId="{88A9F69F-15F5-47B9-876A-E2030CDB4EE8}">
      <dgm:prSet/>
      <dgm:spPr/>
      <dgm:t>
        <a:bodyPr/>
        <a:lstStyle/>
        <a:p>
          <a:endParaRPr lang="en-US"/>
        </a:p>
      </dgm:t>
    </dgm:pt>
    <dgm:pt modelId="{2A525618-1533-424A-93C8-08ED163A7C4F}">
      <dgm:prSet phldrT="[Text]" phldr="0"/>
      <dgm:spPr/>
      <dgm:t>
        <a:bodyPr/>
        <a:lstStyle/>
        <a:p>
          <a:r>
            <a:rPr lang="en-ZA" dirty="0"/>
            <a:t>Find study opportunities</a:t>
          </a:r>
          <a:endParaRPr lang="en-US" dirty="0"/>
        </a:p>
      </dgm:t>
    </dgm:pt>
    <dgm:pt modelId="{55A7F828-AF63-43B4-9F4D-2EF4579249C4}" type="parTrans" cxnId="{48D97785-68D1-4D9C-B67C-6E044EADE2F0}">
      <dgm:prSet/>
      <dgm:spPr/>
      <dgm:t>
        <a:bodyPr/>
        <a:lstStyle/>
        <a:p>
          <a:endParaRPr lang="en-US"/>
        </a:p>
      </dgm:t>
    </dgm:pt>
    <dgm:pt modelId="{8CC0D9DA-312E-49B0-BDD0-1918A507E14C}" type="sibTrans" cxnId="{48D97785-68D1-4D9C-B67C-6E044EADE2F0}">
      <dgm:prSet/>
      <dgm:spPr/>
      <dgm:t>
        <a:bodyPr/>
        <a:lstStyle/>
        <a:p>
          <a:endParaRPr lang="en-US"/>
        </a:p>
      </dgm:t>
    </dgm:pt>
    <dgm:pt modelId="{6490C5D2-81A2-4C7C-8124-5E5794B1B1D6}">
      <dgm:prSet phldrT="[Text]" phldr="0"/>
      <dgm:spPr/>
      <dgm:t>
        <a:bodyPr/>
        <a:lstStyle/>
        <a:p>
          <a:r>
            <a:rPr lang="en-ZA"/>
            <a:t>Plan the next step</a:t>
          </a:r>
          <a:endParaRPr lang="en-US" dirty="0"/>
        </a:p>
      </dgm:t>
    </dgm:pt>
    <dgm:pt modelId="{1315CA6A-6036-4740-AF2E-18DE407CB2BC}" type="parTrans" cxnId="{00A08F53-65AF-4014-A4FB-02893628E32C}">
      <dgm:prSet/>
      <dgm:spPr/>
      <dgm:t>
        <a:bodyPr/>
        <a:lstStyle/>
        <a:p>
          <a:endParaRPr lang="en-US"/>
        </a:p>
      </dgm:t>
    </dgm:pt>
    <dgm:pt modelId="{65FB83AD-7FEB-4F74-9E87-450EA0DCA532}" type="sibTrans" cxnId="{00A08F53-65AF-4014-A4FB-02893628E32C}">
      <dgm:prSet/>
      <dgm:spPr/>
      <dgm:t>
        <a:bodyPr/>
        <a:lstStyle/>
        <a:p>
          <a:endParaRPr lang="en-US"/>
        </a:p>
      </dgm:t>
    </dgm:pt>
    <dgm:pt modelId="{9E9699B6-E7E0-47CF-9DC9-2FBEFD578A58}" type="pres">
      <dgm:prSet presAssocID="{8EF6E39D-8213-482C-8F5B-6CBA58065AD6}" presName="Name0" presStyleCnt="0">
        <dgm:presLayoutVars>
          <dgm:dir/>
          <dgm:resizeHandles val="exact"/>
        </dgm:presLayoutVars>
      </dgm:prSet>
      <dgm:spPr/>
    </dgm:pt>
    <dgm:pt modelId="{3A9985EE-7443-4F64-A377-DD196279848B}" type="pres">
      <dgm:prSet presAssocID="{0B36E5F9-93A2-446F-9725-31C30C568965}" presName="node" presStyleLbl="node1" presStyleIdx="0" presStyleCnt="5">
        <dgm:presLayoutVars>
          <dgm:bulletEnabled val="1"/>
        </dgm:presLayoutVars>
      </dgm:prSet>
      <dgm:spPr/>
    </dgm:pt>
    <dgm:pt modelId="{17FF1847-FCDB-4C7F-8472-5E074A10AA9D}" type="pres">
      <dgm:prSet presAssocID="{743373BC-B73A-4CD7-A979-67B38FC06BB9}" presName="sibTrans" presStyleLbl="sibTrans2D1" presStyleIdx="0" presStyleCnt="4"/>
      <dgm:spPr/>
    </dgm:pt>
    <dgm:pt modelId="{80000CC2-E047-4050-82B1-56E8B0849C67}" type="pres">
      <dgm:prSet presAssocID="{743373BC-B73A-4CD7-A979-67B38FC06BB9}" presName="connectorText" presStyleLbl="sibTrans2D1" presStyleIdx="0" presStyleCnt="4"/>
      <dgm:spPr/>
    </dgm:pt>
    <dgm:pt modelId="{AEEBC358-CE7D-4CFF-A5E3-C872EA8836B2}" type="pres">
      <dgm:prSet presAssocID="{AB985D92-B487-48F5-B6E0-78712669EA39}" presName="node" presStyleLbl="node1" presStyleIdx="1" presStyleCnt="5">
        <dgm:presLayoutVars>
          <dgm:bulletEnabled val="1"/>
        </dgm:presLayoutVars>
      </dgm:prSet>
      <dgm:spPr/>
    </dgm:pt>
    <dgm:pt modelId="{EE0AB745-4EB1-40BC-BAE2-D253A6F97E03}" type="pres">
      <dgm:prSet presAssocID="{3AB906D1-8ADA-4BD3-B7E3-E564F45A0461}" presName="sibTrans" presStyleLbl="sibTrans2D1" presStyleIdx="1" presStyleCnt="4"/>
      <dgm:spPr/>
    </dgm:pt>
    <dgm:pt modelId="{F18096AC-F823-407A-B638-FE2789032B4A}" type="pres">
      <dgm:prSet presAssocID="{3AB906D1-8ADA-4BD3-B7E3-E564F45A0461}" presName="connectorText" presStyleLbl="sibTrans2D1" presStyleIdx="1" presStyleCnt="4"/>
      <dgm:spPr/>
    </dgm:pt>
    <dgm:pt modelId="{4C59EB70-D0C7-4477-BD7F-187AEBFC9136}" type="pres">
      <dgm:prSet presAssocID="{0B624B20-518E-40E9-A292-094DCE349C07}" presName="node" presStyleLbl="node1" presStyleIdx="2" presStyleCnt="5">
        <dgm:presLayoutVars>
          <dgm:bulletEnabled val="1"/>
        </dgm:presLayoutVars>
      </dgm:prSet>
      <dgm:spPr/>
    </dgm:pt>
    <dgm:pt modelId="{6165949B-C45F-4382-9732-7DB2F4DFDA42}" type="pres">
      <dgm:prSet presAssocID="{CA9EFA3B-F126-4237-9F3C-5B72F6C28F23}" presName="sibTrans" presStyleLbl="sibTrans2D1" presStyleIdx="2" presStyleCnt="4"/>
      <dgm:spPr/>
    </dgm:pt>
    <dgm:pt modelId="{DA83B3DC-02E6-4755-899E-C24DB8A2B7D8}" type="pres">
      <dgm:prSet presAssocID="{CA9EFA3B-F126-4237-9F3C-5B72F6C28F23}" presName="connectorText" presStyleLbl="sibTrans2D1" presStyleIdx="2" presStyleCnt="4"/>
      <dgm:spPr/>
    </dgm:pt>
    <dgm:pt modelId="{2E1A1573-0D23-4D6E-8B91-EEB2C875889C}" type="pres">
      <dgm:prSet presAssocID="{2A525618-1533-424A-93C8-08ED163A7C4F}" presName="node" presStyleLbl="node1" presStyleIdx="3" presStyleCnt="5">
        <dgm:presLayoutVars>
          <dgm:bulletEnabled val="1"/>
        </dgm:presLayoutVars>
      </dgm:prSet>
      <dgm:spPr/>
    </dgm:pt>
    <dgm:pt modelId="{3DF8DD56-2F35-424F-8007-5AE68D15B19E}" type="pres">
      <dgm:prSet presAssocID="{8CC0D9DA-312E-49B0-BDD0-1918A507E14C}" presName="sibTrans" presStyleLbl="sibTrans2D1" presStyleIdx="3" presStyleCnt="4"/>
      <dgm:spPr/>
    </dgm:pt>
    <dgm:pt modelId="{6A35E06D-E4E6-45D9-A778-FBDB67FA92B7}" type="pres">
      <dgm:prSet presAssocID="{8CC0D9DA-312E-49B0-BDD0-1918A507E14C}" presName="connectorText" presStyleLbl="sibTrans2D1" presStyleIdx="3" presStyleCnt="4"/>
      <dgm:spPr/>
    </dgm:pt>
    <dgm:pt modelId="{9777FEEA-A3DE-44C7-AD84-EDA969BED1F6}" type="pres">
      <dgm:prSet presAssocID="{6490C5D2-81A2-4C7C-8124-5E5794B1B1D6}" presName="node" presStyleLbl="node1" presStyleIdx="4" presStyleCnt="5">
        <dgm:presLayoutVars>
          <dgm:bulletEnabled val="1"/>
        </dgm:presLayoutVars>
      </dgm:prSet>
      <dgm:spPr/>
    </dgm:pt>
  </dgm:ptLst>
  <dgm:cxnLst>
    <dgm:cxn modelId="{7EC96607-C3C7-4541-A642-F7FF4BFAC592}" type="presOf" srcId="{3AB906D1-8ADA-4BD3-B7E3-E564F45A0461}" destId="{F18096AC-F823-407A-B638-FE2789032B4A}" srcOrd="1" destOrd="0" presId="urn:microsoft.com/office/officeart/2005/8/layout/process1"/>
    <dgm:cxn modelId="{D1283718-996C-4CA5-99BB-AAAFAF51E13F}" type="presOf" srcId="{6490C5D2-81A2-4C7C-8124-5E5794B1B1D6}" destId="{9777FEEA-A3DE-44C7-AD84-EDA969BED1F6}" srcOrd="0" destOrd="0" presId="urn:microsoft.com/office/officeart/2005/8/layout/process1"/>
    <dgm:cxn modelId="{3DC78F25-289B-415D-9796-CEFE9AE1FA74}" type="presOf" srcId="{2A525618-1533-424A-93C8-08ED163A7C4F}" destId="{2E1A1573-0D23-4D6E-8B91-EEB2C875889C}" srcOrd="0" destOrd="0" presId="urn:microsoft.com/office/officeart/2005/8/layout/process1"/>
    <dgm:cxn modelId="{0799685D-0155-4681-B3BA-C15F6C147CB8}" type="presOf" srcId="{CA9EFA3B-F126-4237-9F3C-5B72F6C28F23}" destId="{DA83B3DC-02E6-4755-899E-C24DB8A2B7D8}" srcOrd="1" destOrd="0" presId="urn:microsoft.com/office/officeart/2005/8/layout/process1"/>
    <dgm:cxn modelId="{8D360367-5421-4C2B-8700-9CBB6093F5D3}" type="presOf" srcId="{8CC0D9DA-312E-49B0-BDD0-1918A507E14C}" destId="{3DF8DD56-2F35-424F-8007-5AE68D15B19E}" srcOrd="0" destOrd="0" presId="urn:microsoft.com/office/officeart/2005/8/layout/process1"/>
    <dgm:cxn modelId="{D4784E6D-2BF3-458B-9622-C930725F5156}" type="presOf" srcId="{743373BC-B73A-4CD7-A979-67B38FC06BB9}" destId="{17FF1847-FCDB-4C7F-8472-5E074A10AA9D}" srcOrd="0" destOrd="0" presId="urn:microsoft.com/office/officeart/2005/8/layout/process1"/>
    <dgm:cxn modelId="{C42ADB6D-1C7F-409C-BFA8-F3C031814300}" type="presOf" srcId="{8CC0D9DA-312E-49B0-BDD0-1918A507E14C}" destId="{6A35E06D-E4E6-45D9-A778-FBDB67FA92B7}" srcOrd="1" destOrd="0" presId="urn:microsoft.com/office/officeart/2005/8/layout/process1"/>
    <dgm:cxn modelId="{00A08F53-65AF-4014-A4FB-02893628E32C}" srcId="{8EF6E39D-8213-482C-8F5B-6CBA58065AD6}" destId="{6490C5D2-81A2-4C7C-8124-5E5794B1B1D6}" srcOrd="4" destOrd="0" parTransId="{1315CA6A-6036-4740-AF2E-18DE407CB2BC}" sibTransId="{65FB83AD-7FEB-4F74-9E87-450EA0DCA532}"/>
    <dgm:cxn modelId="{ED76767C-91DE-431F-9544-64BB1AD77E3C}" type="presOf" srcId="{8EF6E39D-8213-482C-8F5B-6CBA58065AD6}" destId="{9E9699B6-E7E0-47CF-9DC9-2FBEFD578A58}" srcOrd="0" destOrd="0" presId="urn:microsoft.com/office/officeart/2005/8/layout/process1"/>
    <dgm:cxn modelId="{48D97785-68D1-4D9C-B67C-6E044EADE2F0}" srcId="{8EF6E39D-8213-482C-8F5B-6CBA58065AD6}" destId="{2A525618-1533-424A-93C8-08ED163A7C4F}" srcOrd="3" destOrd="0" parTransId="{55A7F828-AF63-43B4-9F4D-2EF4579249C4}" sibTransId="{8CC0D9DA-312E-49B0-BDD0-1918A507E14C}"/>
    <dgm:cxn modelId="{B9E8C28B-5B88-4FB0-B6A9-E5A74BE2169E}" srcId="{8EF6E39D-8213-482C-8F5B-6CBA58065AD6}" destId="{0B36E5F9-93A2-446F-9725-31C30C568965}" srcOrd="0" destOrd="0" parTransId="{EC6EAB61-0564-44B7-96ED-B4B81F1A921F}" sibTransId="{743373BC-B73A-4CD7-A979-67B38FC06BB9}"/>
    <dgm:cxn modelId="{144A628D-B97C-4882-80AE-D4BF3EF348A1}" type="presOf" srcId="{0B624B20-518E-40E9-A292-094DCE349C07}" destId="{4C59EB70-D0C7-4477-BD7F-187AEBFC9136}" srcOrd="0" destOrd="0" presId="urn:microsoft.com/office/officeart/2005/8/layout/process1"/>
    <dgm:cxn modelId="{2F886891-4938-4C1D-8E08-0C2131AE8A74}" type="presOf" srcId="{AB985D92-B487-48F5-B6E0-78712669EA39}" destId="{AEEBC358-CE7D-4CFF-A5E3-C872EA8836B2}" srcOrd="0" destOrd="0" presId="urn:microsoft.com/office/officeart/2005/8/layout/process1"/>
    <dgm:cxn modelId="{88A9F69F-15F5-47B9-876A-E2030CDB4EE8}" srcId="{8EF6E39D-8213-482C-8F5B-6CBA58065AD6}" destId="{0B624B20-518E-40E9-A292-094DCE349C07}" srcOrd="2" destOrd="0" parTransId="{4AB9BC7F-3C64-41CF-853C-E2206F62A635}" sibTransId="{CA9EFA3B-F126-4237-9F3C-5B72F6C28F23}"/>
    <dgm:cxn modelId="{575006BE-6321-4E1D-A23A-CFC474906160}" type="presOf" srcId="{CA9EFA3B-F126-4237-9F3C-5B72F6C28F23}" destId="{6165949B-C45F-4382-9732-7DB2F4DFDA42}" srcOrd="0" destOrd="0" presId="urn:microsoft.com/office/officeart/2005/8/layout/process1"/>
    <dgm:cxn modelId="{C45C4AC8-843F-4F35-8F75-EC34915360F0}" type="presOf" srcId="{3AB906D1-8ADA-4BD3-B7E3-E564F45A0461}" destId="{EE0AB745-4EB1-40BC-BAE2-D253A6F97E03}" srcOrd="0" destOrd="0" presId="urn:microsoft.com/office/officeart/2005/8/layout/process1"/>
    <dgm:cxn modelId="{245FF9CF-5820-45B3-8DFC-039CAE5AB696}" type="presOf" srcId="{743373BC-B73A-4CD7-A979-67B38FC06BB9}" destId="{80000CC2-E047-4050-82B1-56E8B0849C67}" srcOrd="1" destOrd="0" presId="urn:microsoft.com/office/officeart/2005/8/layout/process1"/>
    <dgm:cxn modelId="{EE9FFFD9-70FC-442A-8C0E-7B72610F5918}" srcId="{8EF6E39D-8213-482C-8F5B-6CBA58065AD6}" destId="{AB985D92-B487-48F5-B6E0-78712669EA39}" srcOrd="1" destOrd="0" parTransId="{CEB752B0-BA20-4F43-A8E3-2EC17471FAFA}" sibTransId="{3AB906D1-8ADA-4BD3-B7E3-E564F45A0461}"/>
    <dgm:cxn modelId="{15B207DA-60F7-416D-AD25-FFD5573E0A4F}" type="presOf" srcId="{0B36E5F9-93A2-446F-9725-31C30C568965}" destId="{3A9985EE-7443-4F64-A377-DD196279848B}" srcOrd="0" destOrd="0" presId="urn:microsoft.com/office/officeart/2005/8/layout/process1"/>
    <dgm:cxn modelId="{FD861F68-2C13-4686-8ECC-8EFEC6E2DEFA}" type="presParOf" srcId="{9E9699B6-E7E0-47CF-9DC9-2FBEFD578A58}" destId="{3A9985EE-7443-4F64-A377-DD196279848B}" srcOrd="0" destOrd="0" presId="urn:microsoft.com/office/officeart/2005/8/layout/process1"/>
    <dgm:cxn modelId="{CD998DC5-7D10-4A31-B8A8-B44F453C4ACF}" type="presParOf" srcId="{9E9699B6-E7E0-47CF-9DC9-2FBEFD578A58}" destId="{17FF1847-FCDB-4C7F-8472-5E074A10AA9D}" srcOrd="1" destOrd="0" presId="urn:microsoft.com/office/officeart/2005/8/layout/process1"/>
    <dgm:cxn modelId="{C9746001-C93E-42A3-95DD-4E84433AE1D8}" type="presParOf" srcId="{17FF1847-FCDB-4C7F-8472-5E074A10AA9D}" destId="{80000CC2-E047-4050-82B1-56E8B0849C67}" srcOrd="0" destOrd="0" presId="urn:microsoft.com/office/officeart/2005/8/layout/process1"/>
    <dgm:cxn modelId="{F7CEF1AD-70B3-48FD-9F94-4B78A1F9C0F1}" type="presParOf" srcId="{9E9699B6-E7E0-47CF-9DC9-2FBEFD578A58}" destId="{AEEBC358-CE7D-4CFF-A5E3-C872EA8836B2}" srcOrd="2" destOrd="0" presId="urn:microsoft.com/office/officeart/2005/8/layout/process1"/>
    <dgm:cxn modelId="{BD3C6A11-8281-446B-B0C5-16958E846E74}" type="presParOf" srcId="{9E9699B6-E7E0-47CF-9DC9-2FBEFD578A58}" destId="{EE0AB745-4EB1-40BC-BAE2-D253A6F97E03}" srcOrd="3" destOrd="0" presId="urn:microsoft.com/office/officeart/2005/8/layout/process1"/>
    <dgm:cxn modelId="{1EF47C76-00E3-49DD-A05B-2B2E8A0329F4}" type="presParOf" srcId="{EE0AB745-4EB1-40BC-BAE2-D253A6F97E03}" destId="{F18096AC-F823-407A-B638-FE2789032B4A}" srcOrd="0" destOrd="0" presId="urn:microsoft.com/office/officeart/2005/8/layout/process1"/>
    <dgm:cxn modelId="{41E7A4C1-8427-4AEA-9D1A-121DA9CA1BA7}" type="presParOf" srcId="{9E9699B6-E7E0-47CF-9DC9-2FBEFD578A58}" destId="{4C59EB70-D0C7-4477-BD7F-187AEBFC9136}" srcOrd="4" destOrd="0" presId="urn:microsoft.com/office/officeart/2005/8/layout/process1"/>
    <dgm:cxn modelId="{F9BB555E-2873-400E-966C-669DCC733278}" type="presParOf" srcId="{9E9699B6-E7E0-47CF-9DC9-2FBEFD578A58}" destId="{6165949B-C45F-4382-9732-7DB2F4DFDA42}" srcOrd="5" destOrd="0" presId="urn:microsoft.com/office/officeart/2005/8/layout/process1"/>
    <dgm:cxn modelId="{B0EF3A54-ED76-4E3B-9FD0-97CD3EA6FA6D}" type="presParOf" srcId="{6165949B-C45F-4382-9732-7DB2F4DFDA42}" destId="{DA83B3DC-02E6-4755-899E-C24DB8A2B7D8}" srcOrd="0" destOrd="0" presId="urn:microsoft.com/office/officeart/2005/8/layout/process1"/>
    <dgm:cxn modelId="{6EF38801-20B0-43B5-AB13-DCBF568F24F4}" type="presParOf" srcId="{9E9699B6-E7E0-47CF-9DC9-2FBEFD578A58}" destId="{2E1A1573-0D23-4D6E-8B91-EEB2C875889C}" srcOrd="6" destOrd="0" presId="urn:microsoft.com/office/officeart/2005/8/layout/process1"/>
    <dgm:cxn modelId="{541631CC-86AD-466F-85B5-C8004D628237}" type="presParOf" srcId="{9E9699B6-E7E0-47CF-9DC9-2FBEFD578A58}" destId="{3DF8DD56-2F35-424F-8007-5AE68D15B19E}" srcOrd="7" destOrd="0" presId="urn:microsoft.com/office/officeart/2005/8/layout/process1"/>
    <dgm:cxn modelId="{23F46A0C-721C-49AE-950F-F5D008A1C3EC}" type="presParOf" srcId="{3DF8DD56-2F35-424F-8007-5AE68D15B19E}" destId="{6A35E06D-E4E6-45D9-A778-FBDB67FA92B7}" srcOrd="0" destOrd="0" presId="urn:microsoft.com/office/officeart/2005/8/layout/process1"/>
    <dgm:cxn modelId="{CE5473AB-0CF1-48A0-8604-C14D477AC2B2}" type="presParOf" srcId="{9E9699B6-E7E0-47CF-9DC9-2FBEFD578A58}" destId="{9777FEEA-A3DE-44C7-AD84-EDA969BED1F6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985EE-7443-4F64-A377-DD196279848B}">
      <dsp:nvSpPr>
        <dsp:cNvPr id="0" name=""/>
        <dsp:cNvSpPr/>
      </dsp:nvSpPr>
      <dsp:spPr>
        <a:xfrm>
          <a:off x="5134" y="776674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Discover yourself</a:t>
          </a:r>
          <a:endParaRPr lang="en-US" sz="1800" kern="1200" dirty="0"/>
        </a:p>
      </dsp:txBody>
      <dsp:txXfrm>
        <a:off x="33106" y="804646"/>
        <a:ext cx="1535772" cy="899086"/>
      </dsp:txXfrm>
    </dsp:sp>
    <dsp:sp modelId="{17FF1847-FCDB-4C7F-8472-5E074A10AA9D}">
      <dsp:nvSpPr>
        <dsp:cNvPr id="0" name=""/>
        <dsp:cNvSpPr/>
      </dsp:nvSpPr>
      <dsp:spPr>
        <a:xfrm>
          <a:off x="1756023" y="1056817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56023" y="1135766"/>
        <a:ext cx="236210" cy="236847"/>
      </dsp:txXfrm>
    </dsp:sp>
    <dsp:sp modelId="{AEEBC358-CE7D-4CFF-A5E3-C872EA8836B2}">
      <dsp:nvSpPr>
        <dsp:cNvPr id="0" name=""/>
        <dsp:cNvSpPr/>
      </dsp:nvSpPr>
      <dsp:spPr>
        <a:xfrm>
          <a:off x="2233538" y="776674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Check Career fit</a:t>
          </a:r>
          <a:endParaRPr lang="en-US" sz="1800" kern="1200" dirty="0"/>
        </a:p>
      </dsp:txBody>
      <dsp:txXfrm>
        <a:off x="2261510" y="804646"/>
        <a:ext cx="1535772" cy="899086"/>
      </dsp:txXfrm>
    </dsp:sp>
    <dsp:sp modelId="{EE0AB745-4EB1-40BC-BAE2-D253A6F97E03}">
      <dsp:nvSpPr>
        <dsp:cNvPr id="0" name=""/>
        <dsp:cNvSpPr/>
      </dsp:nvSpPr>
      <dsp:spPr>
        <a:xfrm>
          <a:off x="3984426" y="1056817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984426" y="1135766"/>
        <a:ext cx="236210" cy="236847"/>
      </dsp:txXfrm>
    </dsp:sp>
    <dsp:sp modelId="{4C59EB70-D0C7-4477-BD7F-187AEBFC9136}">
      <dsp:nvSpPr>
        <dsp:cNvPr id="0" name=""/>
        <dsp:cNvSpPr/>
      </dsp:nvSpPr>
      <dsp:spPr>
        <a:xfrm>
          <a:off x="4461941" y="776674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Explore careers</a:t>
          </a:r>
          <a:endParaRPr lang="en-US" sz="1800" kern="1200" dirty="0"/>
        </a:p>
      </dsp:txBody>
      <dsp:txXfrm>
        <a:off x="4489913" y="804646"/>
        <a:ext cx="1535772" cy="899086"/>
      </dsp:txXfrm>
    </dsp:sp>
    <dsp:sp modelId="{6165949B-C45F-4382-9732-7DB2F4DFDA42}">
      <dsp:nvSpPr>
        <dsp:cNvPr id="0" name=""/>
        <dsp:cNvSpPr/>
      </dsp:nvSpPr>
      <dsp:spPr>
        <a:xfrm>
          <a:off x="6212830" y="1056817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212830" y="1135766"/>
        <a:ext cx="236210" cy="236847"/>
      </dsp:txXfrm>
    </dsp:sp>
    <dsp:sp modelId="{2E1A1573-0D23-4D6E-8B91-EEB2C875889C}">
      <dsp:nvSpPr>
        <dsp:cNvPr id="0" name=""/>
        <dsp:cNvSpPr/>
      </dsp:nvSpPr>
      <dsp:spPr>
        <a:xfrm>
          <a:off x="6690345" y="776674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Find study opportunities</a:t>
          </a:r>
          <a:endParaRPr lang="en-US" sz="1800" kern="1200" dirty="0"/>
        </a:p>
      </dsp:txBody>
      <dsp:txXfrm>
        <a:off x="6718317" y="804646"/>
        <a:ext cx="1535772" cy="899086"/>
      </dsp:txXfrm>
    </dsp:sp>
    <dsp:sp modelId="{3DF8DD56-2F35-424F-8007-5AE68D15B19E}">
      <dsp:nvSpPr>
        <dsp:cNvPr id="0" name=""/>
        <dsp:cNvSpPr/>
      </dsp:nvSpPr>
      <dsp:spPr>
        <a:xfrm>
          <a:off x="8441233" y="1056817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441233" y="1135766"/>
        <a:ext cx="236210" cy="236847"/>
      </dsp:txXfrm>
    </dsp:sp>
    <dsp:sp modelId="{9777FEEA-A3DE-44C7-AD84-EDA969BED1F6}">
      <dsp:nvSpPr>
        <dsp:cNvPr id="0" name=""/>
        <dsp:cNvSpPr/>
      </dsp:nvSpPr>
      <dsp:spPr>
        <a:xfrm>
          <a:off x="8918748" y="776674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/>
            <a:t>Plan the next step</a:t>
          </a:r>
          <a:endParaRPr lang="en-US" sz="1800" kern="1200" dirty="0"/>
        </a:p>
      </dsp:txBody>
      <dsp:txXfrm>
        <a:off x="8946720" y="804646"/>
        <a:ext cx="1535772" cy="899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604C4-32F1-4534-AA5B-3CCF9C9B2825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3B4F9-16F3-4C6B-BDB4-CE6C6339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Khetha</a:t>
            </a:r>
            <a:r>
              <a:rPr lang="en-US" dirty="0"/>
              <a:t> means </a:t>
            </a:r>
            <a:r>
              <a:rPr lang="en-US" i="1" dirty="0"/>
              <a:t>choose</a:t>
            </a:r>
            <a:r>
              <a:rPr lang="en-US" dirty="0"/>
              <a:t>. Our goal is to help young South Africans make better-informed choices about their future by connecting who they are, what they are good at, what they want to become, and the opportunities available to them.”</a:t>
            </a:r>
          </a:p>
          <a:p>
            <a:r>
              <a:rPr lang="en-US" dirty="0" err="1"/>
              <a:t>Khetha</a:t>
            </a:r>
            <a:r>
              <a:rPr lang="en-US" dirty="0"/>
              <a:t> is a digital career guidance platform that helps learners discover careers that match their interests, strengths and aspirations — and connects those career choices to relevant study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3B4F9-16F3-4C6B-BDB4-CE6C63391E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1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Learners struggle to:</a:t>
            </a:r>
          </a:p>
          <a:p>
            <a:pPr lvl="0"/>
            <a:r>
              <a:rPr lang="en-US" dirty="0"/>
              <a:t>Understand which careers match their interests and strengths. </a:t>
            </a:r>
          </a:p>
          <a:p>
            <a:pPr lvl="0"/>
            <a:r>
              <a:rPr lang="en-US" dirty="0"/>
              <a:t>Know what qualifications different careers require. </a:t>
            </a:r>
          </a:p>
          <a:p>
            <a:pPr lvl="0"/>
            <a:r>
              <a:rPr lang="en-US" dirty="0"/>
              <a:t>Find relevant higher-education institutions. </a:t>
            </a:r>
          </a:p>
          <a:p>
            <a:pPr lvl="0"/>
            <a:r>
              <a:rPr lang="en-US" dirty="0"/>
              <a:t>Understand the relationship between </a:t>
            </a:r>
            <a:r>
              <a:rPr lang="en-US" b="1" dirty="0"/>
              <a:t>subjects → qualifications → careers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Navigate the large amount of career information available online.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3B4F9-16F3-4C6B-BDB4-CE6C63391E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54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👤 Understand Yourself</a:t>
            </a:r>
          </a:p>
          <a:p>
            <a:r>
              <a:rPr lang="en-US" dirty="0"/>
              <a:t>The learner provides information about their interests, preferences and strengths.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2. 🎯 Check Career Fit</a:t>
            </a:r>
          </a:p>
          <a:p>
            <a:r>
              <a:rPr lang="en-US" dirty="0" err="1"/>
              <a:t>Khetha</a:t>
            </a:r>
            <a:r>
              <a:rPr lang="en-US" dirty="0"/>
              <a:t> evaluates the learner's responses and identifies careers that align with their profile.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3. 💼 Explore Careers</a:t>
            </a:r>
          </a:p>
          <a:p>
            <a:r>
              <a:rPr lang="en-US" dirty="0"/>
              <a:t>The learner can explore career information, including career options and areas of demand.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4. 🎓 Find Study Opportunities</a:t>
            </a:r>
          </a:p>
          <a:p>
            <a:r>
              <a:rPr lang="en-US" dirty="0" err="1"/>
              <a:t>Khetha</a:t>
            </a:r>
            <a:r>
              <a:rPr lang="en-US" dirty="0"/>
              <a:t> helps the learner identify relevant qualifications and higher-education institutions.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5. 🚀 Plan Your Future</a:t>
            </a:r>
          </a:p>
          <a:p>
            <a:r>
              <a:rPr lang="en-US" dirty="0"/>
              <a:t>The learner leaves with a clearer pathway from </a:t>
            </a:r>
            <a:r>
              <a:rPr lang="en-US" b="1" dirty="0"/>
              <a:t>career interest → education → opportunity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3B4F9-16F3-4C6B-BDB4-CE6C63391E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98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3B4F9-16F3-4C6B-BDB4-CE6C63391E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68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b="1" dirty="0"/>
              <a:t> 01 — VALIDATE</a:t>
            </a:r>
            <a:endParaRPr lang="en-US" dirty="0"/>
          </a:p>
          <a:p>
            <a:r>
              <a:rPr lang="en-US" dirty="0"/>
              <a:t>Test </a:t>
            </a:r>
            <a:r>
              <a:rPr lang="en-US" dirty="0" err="1"/>
              <a:t>Khetha</a:t>
            </a:r>
            <a:r>
              <a:rPr lang="en-US" dirty="0"/>
              <a:t> with learners and career-guidance stakeholders.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02 — EXPAND THE DATA</a:t>
            </a:r>
            <a:endParaRPr lang="en-US" dirty="0"/>
          </a:p>
          <a:p>
            <a:r>
              <a:rPr lang="en-US" dirty="0"/>
              <a:t>Continue building and validating:</a:t>
            </a:r>
          </a:p>
          <a:p>
            <a:pPr lvl="0"/>
            <a:r>
              <a:rPr lang="en-US" dirty="0"/>
              <a:t>Career information </a:t>
            </a:r>
          </a:p>
          <a:p>
            <a:pPr lvl="0"/>
            <a:r>
              <a:rPr lang="en-US" dirty="0"/>
              <a:t>Qualifications </a:t>
            </a:r>
          </a:p>
          <a:p>
            <a:pPr lvl="0"/>
            <a:r>
              <a:rPr lang="en-US" dirty="0"/>
              <a:t>Higher-education institutions </a:t>
            </a:r>
          </a:p>
          <a:p>
            <a:pPr lvl="0"/>
            <a:r>
              <a:rPr lang="en-US" dirty="0"/>
              <a:t>High-demand careers </a:t>
            </a:r>
          </a:p>
          <a:p>
            <a:pPr lvl="0"/>
            <a:r>
              <a:rPr lang="en-US" dirty="0"/>
              <a:t>Career pathways 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03 — IMPROVE</a:t>
            </a:r>
            <a:endParaRPr lang="en-US" dirty="0"/>
          </a:p>
          <a:p>
            <a:r>
              <a:rPr lang="en-US" dirty="0"/>
              <a:t>Develop more </a:t>
            </a:r>
            <a:r>
              <a:rPr lang="en-US" dirty="0" err="1"/>
              <a:t>personalised</a:t>
            </a:r>
            <a:r>
              <a:rPr lang="en-US" dirty="0"/>
              <a:t> career guidance and improve accessibility.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04 — SCALE</a:t>
            </a:r>
            <a:endParaRPr lang="en-US" dirty="0"/>
          </a:p>
          <a:p>
            <a:r>
              <a:rPr lang="en-US" dirty="0"/>
              <a:t>Prepare </a:t>
            </a:r>
            <a:r>
              <a:rPr lang="en-US" dirty="0" err="1"/>
              <a:t>Khetha</a:t>
            </a:r>
            <a:r>
              <a:rPr lang="en-US" dirty="0"/>
              <a:t> for implementation through schools and relevant education/public-sector partnerships.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3B4F9-16F3-4C6B-BDB4-CE6C63391E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89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5DD7-002E-3D17-6816-C63DA1B8F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233CA-01D7-50B2-C708-B782FE5C7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CC91-EA50-BFDE-C463-7F5D5C13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E38C-A12C-71BF-756D-B1021585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CB0FF-DD71-ACD8-5D1E-F04B2363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4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BC78-1B78-2436-4329-0AA38E55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9199F-BA63-94AE-1C43-C1467781E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B9ABD-91DD-AB37-F05D-E21F3A8F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9E950-DBC7-1FA8-783A-A1F98DC9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C8CD-48BF-07DE-22DF-8C21894E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0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48C9-97F3-36EE-DECE-3B0C90BB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00092-8AEF-B8BF-870C-2AAF9A9FD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E3F71-B214-6C68-5B88-AAEA6846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7B7F9-A78A-7FFF-73F7-1722F317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10239-C5E9-0CE8-F05B-703B9219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6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FED7-B9FE-6D68-06D9-2BC131F8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928F2-89E2-D5FD-0428-A668C98F3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04686-D44C-45FC-CB0D-0E6E7518A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4B82F-DE6E-C2D3-AEDC-6915F829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7F0D9-D550-7892-5F0C-3591BCE4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AF245-39E6-C5A5-EF8D-2DEF6667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0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E7B0-E8CE-355D-7569-F181D7594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F5494-CFAB-E361-EA43-FD81A51DA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F5EED-46E0-9095-02A8-E28354AB1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BC57D-2892-F7A3-FD5B-41E51DE10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B9AA7-A402-9412-F9BB-611832E38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7149B-2495-6155-8B87-CF3E2300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81DE01-9A3C-743E-8CD5-B0731AC9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E23C87-AE3E-15F0-F8D2-F7D5CC1F6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7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9500-918B-652C-40ED-54B954CC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86B76-871D-A3AF-5D47-371BB686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FDB9B-A885-1CFA-0ABB-374389DC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DDA50-7082-B692-A419-8E654725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7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806FE1-F237-87DA-2E0C-0BC89DBA1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C5514C-392A-E619-C00A-FADDB6C9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7592D-134F-C8A6-6492-EB500F0A5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3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9CC1-FFE8-3FF8-87E6-732B7B35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F5B7-6E93-0A45-C09C-4FE406275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EBD57-F3E4-051E-2305-C07AE24A6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0FDC0-D329-F784-8A27-921CAB98F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3085F-59A0-8C9B-6065-4A1B6FD6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BDAED-5AAB-101F-EA91-C23B53C9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8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CB7A-EAC9-751C-74D7-D44333C32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D19CD-AEE2-5326-60C2-7B1611B9A7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B4700-2737-DF58-C2C9-1CA845AC7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22D86-BD26-A9C2-5C3E-8D4FC042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9D93A-8805-0250-0548-E13ED07E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C662A-B7EB-63F0-46C5-DC169A7C6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8AAF-48A2-6CEE-C9B9-D0839E637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FD87D-6766-2CDA-7871-7B062C240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A7368-3E3C-5F4A-CC67-0F8D053C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90F16-7B8E-7742-43E3-22DE9AD9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015FD-0292-2459-B7A2-3BB1346A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9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9453AB-D457-5CC4-3CC7-0485E2413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5BA61-02E5-E6BB-9DD4-8AD5DE301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4D84F-652E-31B4-0B0F-B182E3D0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FCC1B-E1C8-D977-6213-89284BFF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BBC3E-4CE8-018F-46DA-BBE5CB17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8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F4837-9973-3AAF-3157-53A8CB2F3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09691-757E-C25B-A6BC-3930C8BE7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FA445-01B0-BB63-8A14-95BAC5653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25EE0-7F84-D24A-88AD-1FB93FD3E61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6F0FA-1C06-6D7A-8833-91286311D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7C09B-09F7-A267-41CD-E4778B998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E41B3-ACEF-8947-B870-9EA0910E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6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319A-A403-0AC6-B34F-17F78CE06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014" y="1099130"/>
            <a:ext cx="4200144" cy="878698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KHETHA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21BC25-AE06-CE39-6838-D2B3BAF74D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39" t="14499" r="14266" b="15401"/>
          <a:stretch>
            <a:fillRect/>
          </a:stretch>
        </p:blipFill>
        <p:spPr>
          <a:xfrm>
            <a:off x="1650222" y="3911654"/>
            <a:ext cx="1854977" cy="18472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356F69-91B2-B1D2-999B-04BCDEE80FDD}"/>
              </a:ext>
            </a:extLst>
          </p:cNvPr>
          <p:cNvSpPr txBox="1"/>
          <p:nvPr/>
        </p:nvSpPr>
        <p:spPr>
          <a:xfrm>
            <a:off x="391014" y="1977828"/>
            <a:ext cx="45184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Helping South African learners make informed career and study choices.</a:t>
            </a:r>
          </a:p>
          <a:p>
            <a:endParaRPr lang="en-US" sz="2400" dirty="0"/>
          </a:p>
          <a:p>
            <a:r>
              <a:rPr lang="en-US" sz="2400" b="1" dirty="0"/>
              <a:t>Team:</a:t>
            </a:r>
            <a:r>
              <a:rPr lang="en-US" sz="2400" dirty="0"/>
              <a:t> ALLiNiT</a:t>
            </a:r>
          </a:p>
        </p:txBody>
      </p:sp>
    </p:spTree>
    <p:extLst>
      <p:ext uri="{BB962C8B-B14F-4D97-AF65-F5344CB8AC3E}">
        <p14:creationId xmlns:p14="http://schemas.microsoft.com/office/powerpoint/2010/main" val="407350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C22AED-89C7-D43E-A2BF-4D67766297F2}"/>
              </a:ext>
            </a:extLst>
          </p:cNvPr>
          <p:cNvSpPr txBox="1">
            <a:spLocks/>
          </p:cNvSpPr>
          <p:nvPr/>
        </p:nvSpPr>
        <p:spPr>
          <a:xfrm>
            <a:off x="390145" y="2239434"/>
            <a:ext cx="5861639" cy="922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1. Career information is often fragmented and difficult to navigate.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EAF06-001A-B39A-4944-992AEDE39CB9}"/>
              </a:ext>
            </a:extLst>
          </p:cNvPr>
          <p:cNvSpPr txBox="1"/>
          <p:nvPr/>
        </p:nvSpPr>
        <p:spPr>
          <a:xfrm>
            <a:off x="390145" y="1128948"/>
            <a:ext cx="441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/>
              <a:t> THE PROBLEM</a:t>
            </a:r>
            <a:endParaRPr lang="en-US" sz="44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B495A8-F06F-997C-0488-A9982DD9D142}"/>
              </a:ext>
            </a:extLst>
          </p:cNvPr>
          <p:cNvSpPr txBox="1">
            <a:spLocks/>
          </p:cNvSpPr>
          <p:nvPr/>
        </p:nvSpPr>
        <p:spPr>
          <a:xfrm>
            <a:off x="390145" y="3384078"/>
            <a:ext cx="5020055" cy="92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2.  Outdated Desktop-oriented Website.</a:t>
            </a:r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56067-3EC3-8232-970D-D725E394BB85}"/>
              </a:ext>
            </a:extLst>
          </p:cNvPr>
          <p:cNvSpPr txBox="1"/>
          <p:nvPr/>
        </p:nvSpPr>
        <p:spPr>
          <a:xfrm>
            <a:off x="390145" y="4528723"/>
            <a:ext cx="5226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Learners don't just need more information, they need information connected into a clear pathway.</a:t>
            </a:r>
          </a:p>
        </p:txBody>
      </p:sp>
    </p:spTree>
    <p:extLst>
      <p:ext uri="{BB962C8B-B14F-4D97-AF65-F5344CB8AC3E}">
        <p14:creationId xmlns:p14="http://schemas.microsoft.com/office/powerpoint/2010/main" val="11096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AE5F7-E0C3-95AE-DC63-08BFD5EB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2555-918C-BC65-B51E-EEE0D05E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1710317"/>
            <a:ext cx="11027229" cy="652720"/>
          </a:xfrm>
        </p:spPr>
        <p:txBody>
          <a:bodyPr>
            <a:noAutofit/>
          </a:bodyPr>
          <a:lstStyle/>
          <a:p>
            <a:r>
              <a:rPr lang="en-US" sz="3600" dirty="0"/>
              <a:t>KHETHA: FROM SELF-DISCOVERY TO CAREER PATHWAY</a:t>
            </a:r>
            <a:endParaRPr lang="en-US" sz="3600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005121-8041-8605-8D72-E26835A61F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3468266"/>
              </p:ext>
            </p:extLst>
          </p:nvPr>
        </p:nvGraphicFramePr>
        <p:xfrm>
          <a:off x="424543" y="2174810"/>
          <a:ext cx="10515600" cy="2508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1307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50E8B-B6D5-D663-5622-F9A1827F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F8EC-A3C5-BEC0-E237-7BBE3A0F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156" y="494609"/>
            <a:ext cx="8911281" cy="652720"/>
          </a:xfrm>
        </p:spPr>
        <p:txBody>
          <a:bodyPr>
            <a:normAutofit/>
          </a:bodyPr>
          <a:lstStyle/>
          <a:p>
            <a:r>
              <a:rPr lang="en-ZA" sz="3600" dirty="0"/>
              <a:t>S</a:t>
            </a:r>
            <a:r>
              <a:rPr lang="en-US" sz="3600" dirty="0"/>
              <a:t>YSTEM ARCHITECTURE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4EF5A2-A931-DF0D-6D63-F007FA066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07618" y="1147329"/>
            <a:ext cx="6994528" cy="466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0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E2DA9-2379-33A9-9091-D095D565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D352-6652-446C-B1FC-8DFC6D623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872" y="1161289"/>
            <a:ext cx="4200144" cy="169442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FROM PROTOTYPE TO REAL-WORLD 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E1F79-1D08-1B16-9FEF-673C9A554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872" y="3540626"/>
            <a:ext cx="4200144" cy="182603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1. Validate</a:t>
            </a:r>
          </a:p>
          <a:p>
            <a:pPr algn="l"/>
            <a:r>
              <a:rPr lang="en-US" dirty="0"/>
              <a:t>2. Expand the data</a:t>
            </a:r>
          </a:p>
          <a:p>
            <a:pPr algn="l"/>
            <a:r>
              <a:rPr lang="en-US" dirty="0"/>
              <a:t>3. Improve</a:t>
            </a:r>
          </a:p>
          <a:p>
            <a:pPr algn="l"/>
            <a:r>
              <a:rPr lang="en-US" dirty="0"/>
              <a:t>4. 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09CD1-A929-E0F9-2C8C-4DC2E411A3B0}"/>
              </a:ext>
            </a:extLst>
          </p:cNvPr>
          <p:cNvSpPr txBox="1"/>
          <p:nvPr/>
        </p:nvSpPr>
        <p:spPr>
          <a:xfrm>
            <a:off x="499872" y="2855711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next steps</a:t>
            </a:r>
          </a:p>
        </p:txBody>
      </p:sp>
    </p:spTree>
    <p:extLst>
      <p:ext uri="{BB962C8B-B14F-4D97-AF65-F5344CB8AC3E}">
        <p14:creationId xmlns:p14="http://schemas.microsoft.com/office/powerpoint/2010/main" val="3753699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385</Words>
  <Application>Microsoft Office PowerPoint</Application>
  <PresentationFormat>Widescreen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KHETHA</vt:lpstr>
      <vt:lpstr>PowerPoint Presentation</vt:lpstr>
      <vt:lpstr>KHETHA: FROM SELF-DISCOVERY TO CAREER PATHWAY</vt:lpstr>
      <vt:lpstr>SYSTEM ARCHITECTURE DIAGRAM</vt:lpstr>
      <vt:lpstr>FROM PROTOTYPE TO REAL-WORLD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Vuyiswa Kies</dc:creator>
  <cp:lastModifiedBy>Lumkile Zinyanga</cp:lastModifiedBy>
  <cp:revision>5</cp:revision>
  <dcterms:created xsi:type="dcterms:W3CDTF">2026-08-22T12:57:26Z</dcterms:created>
  <dcterms:modified xsi:type="dcterms:W3CDTF">2026-09-19T03:45:59Z</dcterms:modified>
</cp:coreProperties>
</file>